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testing briefing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sample presentation. A fictional beneficiary change workflow.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3429000" cy="3017520"/>
          </a:xfrm>
          <a:prstGeom prst="rect">
            <a:avLst/>
          </a:prstGeom>
          <a:solidFill>
            <a:srgbClr val="F0F2EE"/>
          </a:solidFill>
          <a:ln w="6350">
            <a:solidFill>
              <a:srgbClr val="DD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6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current workflow and identify assumptions.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2286000"/>
            <a:ext cx="3429000" cy="3017520"/>
          </a:xfrm>
          <a:prstGeom prst="rect">
            <a:avLst/>
          </a:prstGeom>
          <a:solidFill>
            <a:srgbClr val="EAF0EA"/>
          </a:solidFill>
          <a:ln w="6350">
            <a:solidFill>
              <a:srgbClr val="DDE4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26280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6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permissions, boundaries and retry behavior.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01000" y="2286000"/>
            <a:ext cx="3429000" cy="3017520"/>
          </a:xfrm>
          <a:prstGeom prst="rect">
            <a:avLst/>
          </a:prstGeom>
          <a:solidFill>
            <a:srgbClr val="F0F2EE"/>
          </a:solidFill>
          <a:ln w="6350">
            <a:solidFill>
              <a:srgbClr val="DDE4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0" y="3383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64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starting state, evidence and reproduction steps.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one confirmation should create one audit event.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briefing</dc:title>
  <dc:subject>PptxGenJS Presentation</dc:subject>
  <dc:creator>TAP</dc:creator>
  <cp:lastModifiedBy>TAP</cp:lastModifiedBy>
  <cp:revision>1</cp:revision>
  <dcterms:created xsi:type="dcterms:W3CDTF">2026-09-06T07:50:17Z</dcterms:created>
  <dcterms:modified xsi:type="dcterms:W3CDTF">2026-09-06T07:50:17Z</dcterms:modified>
</cp:coreProperties>
</file>